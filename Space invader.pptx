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12"/>
  </p:notesMasterIdLst>
  <p:handoutMasterIdLst>
    <p:handoutMasterId r:id="rId13"/>
  </p:handoutMasterIdLst>
  <p:sldIdLst>
    <p:sldId id="410" r:id="rId5"/>
    <p:sldId id="383" r:id="rId6"/>
    <p:sldId id="411" r:id="rId7"/>
    <p:sldId id="412" r:id="rId8"/>
    <p:sldId id="413" r:id="rId9"/>
    <p:sldId id="414" r:id="rId10"/>
    <p:sldId id="41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27" autoAdjust="0"/>
  </p:normalViewPr>
  <p:slideViewPr>
    <p:cSldViewPr snapToGrid="0">
      <p:cViewPr varScale="1">
        <p:scale>
          <a:sx n="80" d="100"/>
          <a:sy n="80" d="100"/>
        </p:scale>
        <p:origin x="120" y="198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BEDD12-BCD5-485B-BCBC-34BB01D7923C}" type="datetimeFigureOut">
              <a:rPr lang="en-US" smtClean="0"/>
              <a:t>18-Dec-25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230DF-5933-439D-898F-38E9AC9BA688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7A52F-9D89-7442-A8E9-48D1527B5F6B}" type="datetimeFigureOut">
              <a:rPr lang="en-US" smtClean="0"/>
              <a:t>18-Dec-25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C7E07-3C67-C64C-8DA0-0404F630397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Shape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 spc="50" baseline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en-US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42" name="Date Placehold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>
            <a:no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e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9436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4864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Shape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sz="2000"/>
            </a:lvl3pPr>
            <a:lvl4pPr marL="1371600" indent="0">
              <a:spcBef>
                <a:spcPts val="1800"/>
              </a:spcBef>
              <a:buFont typeface="+mj-lt"/>
              <a:buNone/>
              <a:defRPr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4864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e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457200" indent="0">
              <a:spcBef>
                <a:spcPts val="1800"/>
              </a:spcBef>
              <a:buNone/>
              <a:defRPr sz="2000"/>
            </a:lvl2pPr>
            <a:lvl3pPr marL="914400" indent="0">
              <a:spcBef>
                <a:spcPts val="1800"/>
              </a:spcBef>
              <a:buNone/>
              <a:defRPr sz="2000"/>
            </a:lvl3pPr>
            <a:lvl4pPr marL="1371600" indent="0">
              <a:spcBef>
                <a:spcPts val="1800"/>
              </a:spcBef>
              <a:buNone/>
              <a:defRPr sz="2000"/>
            </a:lvl4pPr>
            <a:lvl5pPr marL="1828800" indent="0">
              <a:spcBef>
                <a:spcPts val="1800"/>
              </a:spcBef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>
              <a:spcBef>
                <a:spcPts val="18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9" name="Table Placehold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0" i="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 i="0">
                <a:solidFill>
                  <a:schemeClr val="bg1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b="1" i="0" kern="1200" spc="100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/>
          <a:lstStyle/>
          <a:p>
            <a:r>
              <a:rPr lang="en-US" dirty="0"/>
              <a:t>Space invader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A75EE9-F78D-5159-4C84-BEE1D6286C8D}"/>
              </a:ext>
            </a:extLst>
          </p:cNvPr>
          <p:cNvSpPr txBox="1"/>
          <p:nvPr/>
        </p:nvSpPr>
        <p:spPr>
          <a:xfrm>
            <a:off x="6309904" y="4247147"/>
            <a:ext cx="25366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Student: Marko Grubi</a:t>
            </a:r>
            <a:r>
              <a:rPr lang="hr-HR" b="1" dirty="0">
                <a:solidFill>
                  <a:schemeClr val="bg1"/>
                </a:solidFill>
              </a:rPr>
              <a:t>šić</a:t>
            </a:r>
          </a:p>
          <a:p>
            <a:r>
              <a:rPr lang="hr-HR" b="1" dirty="0">
                <a:solidFill>
                  <a:schemeClr val="bg1"/>
                </a:solidFill>
              </a:rPr>
              <a:t>Profesor: Ante Vlah</a:t>
            </a:r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/>
          <a:lstStyle/>
          <a:p>
            <a:r>
              <a:rPr lang="hr-HR" dirty="0"/>
              <a:t>Uvod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/>
          <a:lstStyle/>
          <a:p>
            <a:r>
              <a:rPr lang="hr-HR" dirty="0"/>
              <a:t>Osobna verzija  Space invader igrica na arduino konzoli</a:t>
            </a:r>
          </a:p>
          <a:p>
            <a:r>
              <a:rPr lang="hr-HR" dirty="0"/>
              <a:t>Neprijatelji dolaze s lijeve i desne strane</a:t>
            </a:r>
          </a:p>
          <a:p>
            <a:r>
              <a:rPr lang="hr-HR" dirty="0"/>
              <a:t>3 različite vrste neprijatelja</a:t>
            </a:r>
          </a:p>
          <a:p>
            <a:r>
              <a:rPr lang="hr-HR" dirty="0"/>
              <a:t>Igrač se slobodno kreće i puca</a:t>
            </a:r>
          </a:p>
          <a:p>
            <a:r>
              <a:rPr lang="hr-HR" dirty="0"/>
              <a:t>3 života po rundi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654C4-3E08-F12C-F34E-27F327AC4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Komponente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92E523-0468-CBD1-9613-7BA1D6E6AA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Arduino uno</a:t>
            </a:r>
          </a:p>
          <a:p>
            <a:r>
              <a:rPr lang="hr-HR" dirty="0"/>
              <a:t> LCD i2c</a:t>
            </a:r>
          </a:p>
          <a:p>
            <a:r>
              <a:rPr lang="hr-HR" dirty="0"/>
              <a:t> Analog module KY-023</a:t>
            </a:r>
          </a:p>
          <a:p>
            <a:r>
              <a:rPr lang="hr-HR" dirty="0"/>
              <a:t> 3x LED</a:t>
            </a:r>
          </a:p>
          <a:p>
            <a:r>
              <a:rPr lang="hr-HR" dirty="0"/>
              <a:t> buzzer</a:t>
            </a:r>
          </a:p>
          <a:p>
            <a:r>
              <a:rPr lang="hr-HR" dirty="0"/>
              <a:t>2x dugme</a:t>
            </a:r>
          </a:p>
          <a:p>
            <a:r>
              <a:rPr lang="hr-HR" dirty="0"/>
              <a:t> kapacitor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8343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4D943-784C-CFBF-2959-33499C595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Init.h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DB300-B0CA-1B90-5866-976EA290DAC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hr-HR" dirty="0"/>
              <a:t>Prva datoteka koja se poziva u projektu</a:t>
            </a:r>
          </a:p>
          <a:p>
            <a:r>
              <a:rPr lang="hr-HR" dirty="0"/>
              <a:t>Poziva ostale klase</a:t>
            </a:r>
          </a:p>
          <a:p>
            <a:r>
              <a:rPr lang="hr-HR" dirty="0"/>
              <a:t>Definiraju se ulazi/izlazi</a:t>
            </a:r>
          </a:p>
          <a:p>
            <a:r>
              <a:rPr lang="hr-HR" dirty="0"/>
              <a:t>Inicializiraju se varijable, objekti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706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D9976-2247-2B2C-4F69-C2CB200DF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Bullet.h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294FA-9067-9DC0-4759-65A475E14E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hr-HR" dirty="0"/>
              <a:t>Potrebna klasi PlayerShip</a:t>
            </a:r>
          </a:p>
          <a:p>
            <a:r>
              <a:rPr lang="hr-HR" dirty="0"/>
              <a:t>Sadrži atribute potrebne za pozicioniranje</a:t>
            </a:r>
          </a:p>
          <a:p>
            <a:r>
              <a:rPr lang="hr-HR" dirty="0"/>
              <a:t>Sadrži metode potrebne za prikaz i kretnju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1788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681E0-A0FC-0993-99C1-11678CBC3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PlayerShip.h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80293-DFDF-EE57-43DD-11AB4A0D980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hr-HR" dirty="0"/>
              <a:t>Klasa kojom igrač upravlja</a:t>
            </a:r>
          </a:p>
          <a:p>
            <a:r>
              <a:rPr lang="hr-HR" dirty="0"/>
              <a:t>Sadrži atribute potrebne za pozicioniranje, bodove, zdravlje i dva objekta „metak”</a:t>
            </a:r>
          </a:p>
          <a:p>
            <a:r>
              <a:rPr lang="hr-HR" dirty="0"/>
              <a:t>Sadrži metode za prikaz, pucanje, provjeru zdravlja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741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621A4-42EC-4C3F-3459-D207962DF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EnemyShip.h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7B240-F6D2-6679-0E49-8547773ED6D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2291794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53419_Win32_SL_V5" id="{958D2C9E-948D-4354-BF9D-DF8AE3C2B240}" vid="{22D4A967-05D2-4D72-8594-54CFF341483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{B2CA438A-0D1E-40AF-9346-A2E782B4F71D}TFd3b75063-ff25-434d-b12c-efeaf07d16c3292f62b5_win32-75a75c970d8e</Template>
  <TotalTime>75</TotalTime>
  <Words>137</Words>
  <Application>Microsoft Office PowerPoint</Application>
  <PresentationFormat>Widescreen</PresentationFormat>
  <Paragraphs>33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Franklin Gothic Book</vt:lpstr>
      <vt:lpstr>Franklin Gothic Demi</vt:lpstr>
      <vt:lpstr>Custom</vt:lpstr>
      <vt:lpstr>Space invader</vt:lpstr>
      <vt:lpstr>Uvod</vt:lpstr>
      <vt:lpstr>Komponente</vt:lpstr>
      <vt:lpstr>Init.h</vt:lpstr>
      <vt:lpstr>Bullet.h</vt:lpstr>
      <vt:lpstr>PlayerShip.h</vt:lpstr>
      <vt:lpstr>EnemyShip.h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Marko Grubišić</dc:creator>
  <cp:lastModifiedBy>Marko Grubišić</cp:lastModifiedBy>
  <cp:revision>2</cp:revision>
  <dcterms:created xsi:type="dcterms:W3CDTF">2025-12-17T23:30:29Z</dcterms:created>
  <dcterms:modified xsi:type="dcterms:W3CDTF">2025-12-18T00:46:13Z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