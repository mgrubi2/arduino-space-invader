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411" r:id="rId7"/>
    <p:sldId id="412" r:id="rId8"/>
    <p:sldId id="413" r:id="rId9"/>
    <p:sldId id="414" r:id="rId10"/>
    <p:sldId id="415" r:id="rId11"/>
    <p:sldId id="416" r:id="rId12"/>
    <p:sldId id="4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27" autoAdjust="0"/>
  </p:normalViewPr>
  <p:slideViewPr>
    <p:cSldViewPr snapToGrid="0">
      <p:cViewPr varScale="1">
        <p:scale>
          <a:sx n="80" d="100"/>
          <a:sy n="80" d="100"/>
        </p:scale>
        <p:origin x="120" y="19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18-Dec-25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18-Dec-25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Space invader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75EE9-F78D-5159-4C84-BEE1D6286C8D}"/>
              </a:ext>
            </a:extLst>
          </p:cNvPr>
          <p:cNvSpPr txBox="1"/>
          <p:nvPr/>
        </p:nvSpPr>
        <p:spPr>
          <a:xfrm>
            <a:off x="6309904" y="4247147"/>
            <a:ext cx="2536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Student: Marko Grubi</a:t>
            </a:r>
            <a:r>
              <a:rPr lang="hr-HR" b="1" dirty="0">
                <a:solidFill>
                  <a:schemeClr val="bg1"/>
                </a:solidFill>
              </a:rPr>
              <a:t>šić</a:t>
            </a:r>
          </a:p>
          <a:p>
            <a:r>
              <a:rPr lang="hr-HR" b="1" dirty="0">
                <a:solidFill>
                  <a:schemeClr val="bg1"/>
                </a:solidFill>
              </a:rPr>
              <a:t>Profesor: Ante Vlah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hr-HR" dirty="0"/>
              <a:t>Uvod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hr-HR" dirty="0"/>
              <a:t>Osobna verzija  Space invader igrica na arduino konzoli</a:t>
            </a:r>
          </a:p>
          <a:p>
            <a:r>
              <a:rPr lang="hr-HR" dirty="0"/>
              <a:t>Neprijatelji dolaze s lijeve i desne strane</a:t>
            </a:r>
          </a:p>
          <a:p>
            <a:r>
              <a:rPr lang="hr-HR" dirty="0"/>
              <a:t>3 različite vrste neprijatelja</a:t>
            </a:r>
          </a:p>
          <a:p>
            <a:r>
              <a:rPr lang="hr-HR" dirty="0"/>
              <a:t>Igrač se slobodno kreće i puca</a:t>
            </a:r>
          </a:p>
          <a:p>
            <a:r>
              <a:rPr lang="hr-HR" dirty="0"/>
              <a:t>3 života po rundi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54C4-3E08-F12C-F34E-27F327AC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Komponente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2E523-0468-CBD1-9613-7BA1D6E6AA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Arduino uno</a:t>
            </a:r>
          </a:p>
          <a:p>
            <a:r>
              <a:rPr lang="hr-HR" dirty="0"/>
              <a:t> LCD i2c</a:t>
            </a:r>
          </a:p>
          <a:p>
            <a:r>
              <a:rPr lang="hr-HR" dirty="0"/>
              <a:t> Analog module KY-023</a:t>
            </a:r>
          </a:p>
          <a:p>
            <a:r>
              <a:rPr lang="hr-HR" dirty="0"/>
              <a:t> 3x LED</a:t>
            </a:r>
          </a:p>
          <a:p>
            <a:r>
              <a:rPr lang="hr-HR" dirty="0"/>
              <a:t> buzzer</a:t>
            </a:r>
          </a:p>
          <a:p>
            <a:r>
              <a:rPr lang="hr-HR" dirty="0"/>
              <a:t>2x dugme</a:t>
            </a:r>
          </a:p>
          <a:p>
            <a:r>
              <a:rPr lang="hr-HR" dirty="0"/>
              <a:t> kapacitor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34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D943-784C-CFBF-2959-33499C59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Init.h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DB300-B0CA-1B90-5866-976EA290DA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r-HR" dirty="0"/>
              <a:t>Prva datoteka koja se poziva u projektu</a:t>
            </a:r>
          </a:p>
          <a:p>
            <a:r>
              <a:rPr lang="hr-HR" dirty="0"/>
              <a:t>Poziva ostale klase</a:t>
            </a:r>
          </a:p>
          <a:p>
            <a:r>
              <a:rPr lang="hr-HR" dirty="0"/>
              <a:t>Definiraju se ulazi/izlazi</a:t>
            </a:r>
          </a:p>
          <a:p>
            <a:r>
              <a:rPr lang="hr-HR" dirty="0"/>
              <a:t>Inicializiraju se varijable, objekti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706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9976-2247-2B2C-4F69-C2CB200D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Bullet.h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94FA-9067-9DC0-4759-65A475E14E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r-HR" dirty="0"/>
              <a:t>Potrebna klasi PlayerShip</a:t>
            </a:r>
          </a:p>
          <a:p>
            <a:r>
              <a:rPr lang="hr-HR" dirty="0"/>
              <a:t>Sadrži atribute potrebne za pozicioniranje</a:t>
            </a:r>
          </a:p>
          <a:p>
            <a:r>
              <a:rPr lang="hr-HR" dirty="0"/>
              <a:t>Sadrži metode potrebne za prikaz i kretnju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788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81E0-A0FC-0993-99C1-11678CBC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PlayerShip.h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80293-DFDF-EE57-43DD-11AB4A0D980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r-HR" dirty="0"/>
              <a:t>Klasa kojom igrač upravlja</a:t>
            </a:r>
          </a:p>
          <a:p>
            <a:r>
              <a:rPr lang="hr-HR" dirty="0"/>
              <a:t>Sadrži atribute potrebne za pozicioniranje, bodove, zdravlje i dva objekta „metak”</a:t>
            </a:r>
          </a:p>
          <a:p>
            <a:r>
              <a:rPr lang="hr-HR" dirty="0"/>
              <a:t>Sadrži metode za prikaz, pucanje, provjeru zdravlja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74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21A4-42EC-4C3F-3459-D207962D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EnemyShip.h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7B240-F6D2-6679-0E49-8547773ED6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Meta </a:t>
            </a:r>
            <a:r>
              <a:rPr lang="hr-HR" dirty="0"/>
              <a:t>igraču</a:t>
            </a:r>
          </a:p>
          <a:p>
            <a:r>
              <a:rPr lang="hr-HR" dirty="0"/>
              <a:t>Kreću se od nasumićno dodjeljene pozicije</a:t>
            </a:r>
          </a:p>
          <a:p>
            <a:r>
              <a:rPr lang="hr-HR" dirty="0"/>
              <a:t>Igrač zarađuje bodove uništavanjem mete</a:t>
            </a:r>
          </a:p>
          <a:p>
            <a:r>
              <a:rPr lang="hr-HR" dirty="0"/>
              <a:t>Dodirom s metom igrač gubi zdravlje</a:t>
            </a:r>
          </a:p>
        </p:txBody>
      </p:sp>
    </p:spTree>
    <p:extLst>
      <p:ext uri="{BB962C8B-B14F-4D97-AF65-F5344CB8AC3E}">
        <p14:creationId xmlns:p14="http://schemas.microsoft.com/office/powerpoint/2010/main" val="136229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1FB2-E13C-B0D8-6F0B-007B9D1A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Fleet.h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30FEB-880C-33C5-9164-FEB9D23A29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r-HR" dirty="0"/>
              <a:t>Flota meta</a:t>
            </a:r>
          </a:p>
          <a:p>
            <a:r>
              <a:rPr lang="hr-HR" dirty="0"/>
              <a:t>Ova klasa poziva sve potrebne metode za rad aktivnih meta</a:t>
            </a:r>
          </a:p>
          <a:p>
            <a:r>
              <a:rPr lang="hr-HR" dirty="0"/>
              <a:t>Na temelju broja bodova odlučuje broj aktivnih meta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011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BC20-5656-1B19-228D-9C138145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SpaceInvader.h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383D6-94F7-960F-CAD3-AE63F836C26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r-HR" dirty="0"/>
              <a:t>Glavna datoteka u kojoj se nalazi petlja igre i arduino setup funkcija</a:t>
            </a:r>
          </a:p>
          <a:p>
            <a:r>
              <a:rPr lang="hr-HR" dirty="0"/>
              <a:t>Inicializira se funkcija „randomSeed()” i monitor za arduino i potrebni pinovi</a:t>
            </a:r>
          </a:p>
          <a:p>
            <a:r>
              <a:rPr lang="hr-HR" dirty="0"/>
              <a:t>Unutar petlje se pozivaju sve potrebne klase i metode za funkcionalnost igre</a:t>
            </a:r>
          </a:p>
          <a:p>
            <a:endParaRPr lang="hr-H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301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{B2CA438A-0D1E-40AF-9346-A2E782B4F71D}TFd3b75063-ff25-434d-b12c-efeaf07d16c3292f62b5_win32-75a75c970d8e</Template>
  <TotalTime>107</TotalTime>
  <Words>219</Words>
  <Application>Microsoft Office PowerPoint</Application>
  <PresentationFormat>Widescreen</PresentationFormat>
  <Paragraphs>45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Custom</vt:lpstr>
      <vt:lpstr>Space invader</vt:lpstr>
      <vt:lpstr>Uvod</vt:lpstr>
      <vt:lpstr>Komponente</vt:lpstr>
      <vt:lpstr>Init.h</vt:lpstr>
      <vt:lpstr>Bullet.h</vt:lpstr>
      <vt:lpstr>PlayerShip.h</vt:lpstr>
      <vt:lpstr>EnemyShip.h</vt:lpstr>
      <vt:lpstr>Fleet.h</vt:lpstr>
      <vt:lpstr>SpaceInvader.h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Grubišić</dc:creator>
  <cp:lastModifiedBy>Marko Grubišić</cp:lastModifiedBy>
  <cp:revision>3</cp:revision>
  <dcterms:created xsi:type="dcterms:W3CDTF">2025-12-17T23:30:29Z</dcterms:created>
  <dcterms:modified xsi:type="dcterms:W3CDTF">2025-12-18T11:34:22Z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